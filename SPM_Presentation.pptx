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54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</p:sldMasterIdLst>
  <p:notesMasterIdLst>
    <p:notesMasterId r:id="rId21"/>
  </p:notesMasterIdLst>
  <p:sldIdLst>
    <p:sldId id="257" r:id="rId11"/>
    <p:sldId id="258" r:id="rId12"/>
    <p:sldId id="259" r:id="rId13"/>
    <p:sldId id="260" r:id="rId14"/>
    <p:sldId id="264" r:id="rId15"/>
    <p:sldId id="263" r:id="rId16"/>
    <p:sldId id="265" r:id="rId17"/>
    <p:sldId id="262" r:id="rId18"/>
    <p:sldId id="261" r:id="rId19"/>
    <p:sldId id="266" r:id="rId20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gEe11fSCHlHrhnnRD1CIq3G+cv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459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CE27056-9CE3-A79B-E299-A97D91DA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6C5F0BB8-4D87-E310-036E-E006EEB3B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AE020841-1F33-09CA-4A54-D3E81CB6E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605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85105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2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61513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45487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6190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70628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69377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344787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61187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0939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113285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819734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972378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694129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792319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881903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12803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2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2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3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4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body" idx="1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2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2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3819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342422-6B94-5D54-E2DC-5AD5C6B16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Features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 Registration &amp; Authentication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Business Listings &amp; Product Management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AI-Based Search &amp; Filtering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Blockchain-Secured Customer Reviews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Order Management &amp; Payment Integration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Mobile App &amp; Admin Dashboard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48A02B-AEDD-2561-3682-DD937394D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65C24-ADA5-E21E-6E13-E502ECD0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Market Competition – Unique Features &amp; Personalization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 Adoption – Training &amp; Onboarding Support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Scalability – Cloud Infrastructure &amp; Load Balancing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Security – Data Encryption, Secure APIs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7E875-B2D9-18FF-F931-117E01D1C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B92C5A-EBA8-EA79-96DA-BDD687EFF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5735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65F96B-41C0-60CD-793D-02C9D38B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1519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E5E900-574E-C0F8-9A71-47BE4CB8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870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97D9D3F-3BA9-BDCA-BB2F-8CFC7BFB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B3198FBD-88D6-CC8C-8159-08B2EB4A9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Features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77DD68F5-86C5-4DD1-ACFD-4194E1F4A03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 Registration &amp; Authentication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Business Listings &amp; Product Management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AI-Based Search &amp; Filtering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Blockchain-Secured Customer Reviews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Order Management &amp; Payment Integration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Mobile App &amp; Admin Dashboard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409E3-BFE3-C1FD-9C04-70BD4015F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1704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Future Considerations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Marketplace empowers small businesses in the digital economy.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Continuous improvements in AI, blockchain, and user experience.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Future scope: Expanding integrations and improving scalability.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427CA4-69EA-3E5C-4817-04FD4A75B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E81795-D592-BD4F-0480-C351740CA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27453706"/>
      </p:ext>
    </p:extLst>
  </p:cSld>
  <p:clrMapOvr>
    <a:masterClrMapping/>
  </p:clrMapOvr>
</p:sld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Damask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11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139</Words>
  <Application>Microsoft Office PowerPoint</Application>
  <PresentationFormat>On-screen Show (4:3)</PresentationFormat>
  <Paragraphs>23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Arial</vt:lpstr>
      <vt:lpstr>Bookman Old Style</vt:lpstr>
      <vt:lpstr>Calibri</vt:lpstr>
      <vt:lpstr>Rockwell</vt:lpstr>
      <vt:lpstr>Times New Roman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Damask</vt:lpstr>
      <vt:lpstr>PowerPoint Presentation</vt:lpstr>
      <vt:lpstr>Platform Features</vt:lpstr>
      <vt:lpstr>PowerPoint Presentation</vt:lpstr>
      <vt:lpstr>Challenges &amp; Solutions</vt:lpstr>
      <vt:lpstr>PowerPoint Presentation</vt:lpstr>
      <vt:lpstr>PowerPoint Presentation</vt:lpstr>
      <vt:lpstr>PowerPoint Presentation</vt:lpstr>
      <vt:lpstr>Platform Features</vt:lpstr>
      <vt:lpstr>Conclusion &amp; Future Considerations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Ionut Tecu</dc:creator>
  <cp:lastModifiedBy>Ionut Tecu</cp:lastModifiedBy>
  <cp:revision>2</cp:revision>
  <dcterms:created xsi:type="dcterms:W3CDTF">2013-01-27T09:14:16Z</dcterms:created>
  <dcterms:modified xsi:type="dcterms:W3CDTF">2026-01-22T07:13:36Z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